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ilita One" charset="1" panose="02000000000000000000"/>
      <p:regular r:id="rId13"/>
    </p:embeddedFont>
    <p:embeddedFont>
      <p:font typeface="Quicksand Bold" charset="1" panose="00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5.png" Type="http://schemas.openxmlformats.org/officeDocument/2006/relationships/image"/><Relationship Id="rId9" Target="../media/image1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34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35.pn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31.png" Type="http://schemas.openxmlformats.org/officeDocument/2006/relationships/image"/><Relationship Id="rId5" Target="../media/image3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14" Target="../media/image44.png" Type="http://schemas.openxmlformats.org/officeDocument/2006/relationships/image"/><Relationship Id="rId15" Target="../media/image45.svg" Type="http://schemas.openxmlformats.org/officeDocument/2006/relationships/image"/><Relationship Id="rId2" Target="../media/image23.png" Type="http://schemas.openxmlformats.org/officeDocument/2006/relationships/image"/><Relationship Id="rId3" Target="../media/image2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625344">
            <a:off x="13385398" y="5812506"/>
            <a:ext cx="3875377" cy="5396094"/>
          </a:xfrm>
          <a:custGeom>
            <a:avLst/>
            <a:gdLst/>
            <a:ahLst/>
            <a:cxnLst/>
            <a:rect r="r" b="b" t="t" l="l"/>
            <a:pathLst>
              <a:path h="5396094" w="3875377">
                <a:moveTo>
                  <a:pt x="0" y="0"/>
                </a:moveTo>
                <a:lnTo>
                  <a:pt x="3875376" y="0"/>
                </a:lnTo>
                <a:lnTo>
                  <a:pt x="3875376" y="5396094"/>
                </a:lnTo>
                <a:lnTo>
                  <a:pt x="0" y="53960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470882">
            <a:off x="13853414" y="1540985"/>
            <a:ext cx="2939345" cy="3417843"/>
          </a:xfrm>
          <a:custGeom>
            <a:avLst/>
            <a:gdLst/>
            <a:ahLst/>
            <a:cxnLst/>
            <a:rect r="r" b="b" t="t" l="l"/>
            <a:pathLst>
              <a:path h="3417843" w="2939345">
                <a:moveTo>
                  <a:pt x="0" y="0"/>
                </a:moveTo>
                <a:lnTo>
                  <a:pt x="2939345" y="0"/>
                </a:lnTo>
                <a:lnTo>
                  <a:pt x="2939345" y="3417843"/>
                </a:lnTo>
                <a:lnTo>
                  <a:pt x="0" y="34178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85486">
            <a:off x="9045190" y="7183579"/>
            <a:ext cx="3123399" cy="4149443"/>
          </a:xfrm>
          <a:custGeom>
            <a:avLst/>
            <a:gdLst/>
            <a:ahLst/>
            <a:cxnLst/>
            <a:rect r="r" b="b" t="t" l="l"/>
            <a:pathLst>
              <a:path h="4149443" w="3123399">
                <a:moveTo>
                  <a:pt x="0" y="0"/>
                </a:moveTo>
                <a:lnTo>
                  <a:pt x="3123398" y="0"/>
                </a:lnTo>
                <a:lnTo>
                  <a:pt x="3123398" y="4149442"/>
                </a:lnTo>
                <a:lnTo>
                  <a:pt x="0" y="41494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146079">
            <a:off x="8957516" y="-2968291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5" y="0"/>
                </a:lnTo>
                <a:lnTo>
                  <a:pt x="57006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974975" y="2006020"/>
            <a:ext cx="11154094" cy="2827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26"/>
              </a:lnSpc>
            </a:pPr>
            <a:r>
              <a:rPr lang="en-US" sz="10826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Risks of Heart Disease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974975" y="6716178"/>
            <a:ext cx="6309522" cy="1296320"/>
          </a:xfrm>
          <a:custGeom>
            <a:avLst/>
            <a:gdLst/>
            <a:ahLst/>
            <a:cxnLst/>
            <a:rect r="r" b="b" t="t" l="l"/>
            <a:pathLst>
              <a:path h="1296320" w="6309522">
                <a:moveTo>
                  <a:pt x="0" y="0"/>
                </a:moveTo>
                <a:lnTo>
                  <a:pt x="6309522" y="0"/>
                </a:lnTo>
                <a:lnTo>
                  <a:pt x="6309522" y="1296320"/>
                </a:lnTo>
                <a:lnTo>
                  <a:pt x="0" y="12963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235310" y="4010415"/>
            <a:ext cx="2533190" cy="2609090"/>
          </a:xfrm>
          <a:custGeom>
            <a:avLst/>
            <a:gdLst/>
            <a:ahLst/>
            <a:cxnLst/>
            <a:rect r="r" b="b" t="t" l="l"/>
            <a:pathLst>
              <a:path h="2609090" w="2533190">
                <a:moveTo>
                  <a:pt x="0" y="0"/>
                </a:moveTo>
                <a:lnTo>
                  <a:pt x="2533190" y="0"/>
                </a:lnTo>
                <a:lnTo>
                  <a:pt x="2533190" y="2609090"/>
                </a:lnTo>
                <a:lnTo>
                  <a:pt x="0" y="26090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410737" y="8229600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5" y="0"/>
                </a:lnTo>
                <a:lnTo>
                  <a:pt x="57006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525537">
            <a:off x="1537217" y="8762218"/>
            <a:ext cx="929498" cy="919358"/>
          </a:xfrm>
          <a:custGeom>
            <a:avLst/>
            <a:gdLst/>
            <a:ahLst/>
            <a:cxnLst/>
            <a:rect r="r" b="b" t="t" l="l"/>
            <a:pathLst>
              <a:path h="919358" w="929498">
                <a:moveTo>
                  <a:pt x="0" y="0"/>
                </a:moveTo>
                <a:lnTo>
                  <a:pt x="929498" y="0"/>
                </a:lnTo>
                <a:lnTo>
                  <a:pt x="929498" y="919358"/>
                </a:lnTo>
                <a:lnTo>
                  <a:pt x="0" y="9193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001966" y="6714733"/>
            <a:ext cx="5997782" cy="1242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MTH 345</a:t>
            </a:r>
          </a:p>
          <a:p>
            <a:pPr algn="ctr">
              <a:lnSpc>
                <a:spcPts val="5040"/>
              </a:lnSpc>
            </a:pPr>
            <a:r>
              <a:rPr lang="en-US" sz="36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Andrea Parker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421283">
            <a:off x="16810643" y="4843840"/>
            <a:ext cx="742602" cy="734501"/>
          </a:xfrm>
          <a:custGeom>
            <a:avLst/>
            <a:gdLst/>
            <a:ahLst/>
            <a:cxnLst/>
            <a:rect r="r" b="b" t="t" l="l"/>
            <a:pathLst>
              <a:path h="734501" w="742602">
                <a:moveTo>
                  <a:pt x="0" y="0"/>
                </a:moveTo>
                <a:lnTo>
                  <a:pt x="742602" y="0"/>
                </a:lnTo>
                <a:lnTo>
                  <a:pt x="742602" y="734501"/>
                </a:lnTo>
                <a:lnTo>
                  <a:pt x="0" y="7345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421283">
            <a:off x="7993782" y="-674323"/>
            <a:ext cx="1769388" cy="1750085"/>
          </a:xfrm>
          <a:custGeom>
            <a:avLst/>
            <a:gdLst/>
            <a:ahLst/>
            <a:cxnLst/>
            <a:rect r="r" b="b" t="t" l="l"/>
            <a:pathLst>
              <a:path h="1750085" w="1769388">
                <a:moveTo>
                  <a:pt x="0" y="0"/>
                </a:moveTo>
                <a:lnTo>
                  <a:pt x="1769387" y="0"/>
                </a:lnTo>
                <a:lnTo>
                  <a:pt x="1769387" y="1750085"/>
                </a:lnTo>
                <a:lnTo>
                  <a:pt x="0" y="17500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8986468">
            <a:off x="-3088550" y="-1378845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5700605" y="0"/>
                </a:moveTo>
                <a:lnTo>
                  <a:pt x="0" y="0"/>
                </a:lnTo>
                <a:lnTo>
                  <a:pt x="0" y="4114800"/>
                </a:lnTo>
                <a:lnTo>
                  <a:pt x="5700605" y="4114800"/>
                </a:lnTo>
                <a:lnTo>
                  <a:pt x="570060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0862" y="1269242"/>
            <a:ext cx="1044664" cy="1033267"/>
          </a:xfrm>
          <a:custGeom>
            <a:avLst/>
            <a:gdLst/>
            <a:ahLst/>
            <a:cxnLst/>
            <a:rect r="r" b="b" t="t" l="l"/>
            <a:pathLst>
              <a:path h="1033267" w="1044664">
                <a:moveTo>
                  <a:pt x="0" y="0"/>
                </a:moveTo>
                <a:lnTo>
                  <a:pt x="1044663" y="0"/>
                </a:lnTo>
                <a:lnTo>
                  <a:pt x="1044663" y="1033268"/>
                </a:lnTo>
                <a:lnTo>
                  <a:pt x="0" y="10332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424084" y="4412915"/>
            <a:ext cx="2573832" cy="2650950"/>
          </a:xfrm>
          <a:custGeom>
            <a:avLst/>
            <a:gdLst/>
            <a:ahLst/>
            <a:cxnLst/>
            <a:rect r="r" b="b" t="t" l="l"/>
            <a:pathLst>
              <a:path h="2650950" w="2573832">
                <a:moveTo>
                  <a:pt x="0" y="0"/>
                </a:moveTo>
                <a:lnTo>
                  <a:pt x="2573832" y="0"/>
                </a:lnTo>
                <a:lnTo>
                  <a:pt x="2573832" y="2650950"/>
                </a:lnTo>
                <a:lnTo>
                  <a:pt x="0" y="265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6212964" y="4413139"/>
            <a:ext cx="2573832" cy="2650950"/>
          </a:xfrm>
          <a:custGeom>
            <a:avLst/>
            <a:gdLst/>
            <a:ahLst/>
            <a:cxnLst/>
            <a:rect r="r" b="b" t="t" l="l"/>
            <a:pathLst>
              <a:path h="2650950" w="2573832">
                <a:moveTo>
                  <a:pt x="2573831" y="0"/>
                </a:moveTo>
                <a:lnTo>
                  <a:pt x="0" y="0"/>
                </a:lnTo>
                <a:lnTo>
                  <a:pt x="0" y="2650951"/>
                </a:lnTo>
                <a:lnTo>
                  <a:pt x="2573831" y="2650951"/>
                </a:lnTo>
                <a:lnTo>
                  <a:pt x="257383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9834963" y="4413364"/>
            <a:ext cx="2573832" cy="2650950"/>
          </a:xfrm>
          <a:custGeom>
            <a:avLst/>
            <a:gdLst/>
            <a:ahLst/>
            <a:cxnLst/>
            <a:rect r="r" b="b" t="t" l="l"/>
            <a:pathLst>
              <a:path h="2650950" w="2573832">
                <a:moveTo>
                  <a:pt x="0" y="0"/>
                </a:moveTo>
                <a:lnTo>
                  <a:pt x="2573832" y="0"/>
                </a:lnTo>
                <a:lnTo>
                  <a:pt x="2573832" y="2650950"/>
                </a:lnTo>
                <a:lnTo>
                  <a:pt x="0" y="265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5400000">
            <a:off x="13290084" y="4413589"/>
            <a:ext cx="2573832" cy="2650950"/>
          </a:xfrm>
          <a:custGeom>
            <a:avLst/>
            <a:gdLst/>
            <a:ahLst/>
            <a:cxnLst/>
            <a:rect r="r" b="b" t="t" l="l"/>
            <a:pathLst>
              <a:path h="2650950" w="2573832">
                <a:moveTo>
                  <a:pt x="0" y="2650950"/>
                </a:moveTo>
                <a:lnTo>
                  <a:pt x="2573832" y="2650950"/>
                </a:lnTo>
                <a:lnTo>
                  <a:pt x="2573832" y="0"/>
                </a:lnTo>
                <a:lnTo>
                  <a:pt x="0" y="0"/>
                </a:lnTo>
                <a:lnTo>
                  <a:pt x="0" y="265095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613071" y="4982184"/>
            <a:ext cx="1773617" cy="1512411"/>
          </a:xfrm>
          <a:custGeom>
            <a:avLst/>
            <a:gdLst/>
            <a:ahLst/>
            <a:cxnLst/>
            <a:rect r="r" b="b" t="t" l="l"/>
            <a:pathLst>
              <a:path h="1512411" w="1773617">
                <a:moveTo>
                  <a:pt x="0" y="0"/>
                </a:moveTo>
                <a:lnTo>
                  <a:pt x="1773617" y="0"/>
                </a:lnTo>
                <a:lnTo>
                  <a:pt x="1773617" y="1512412"/>
                </a:lnTo>
                <a:lnTo>
                  <a:pt x="0" y="15124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773302" y="5046198"/>
            <a:ext cx="1875397" cy="1384384"/>
          </a:xfrm>
          <a:custGeom>
            <a:avLst/>
            <a:gdLst/>
            <a:ahLst/>
            <a:cxnLst/>
            <a:rect r="r" b="b" t="t" l="l"/>
            <a:pathLst>
              <a:path h="1384384" w="1875397">
                <a:moveTo>
                  <a:pt x="0" y="0"/>
                </a:moveTo>
                <a:lnTo>
                  <a:pt x="1875397" y="0"/>
                </a:lnTo>
                <a:lnTo>
                  <a:pt x="1875397" y="1384384"/>
                </a:lnTo>
                <a:lnTo>
                  <a:pt x="0" y="13843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386991" y="5046198"/>
            <a:ext cx="1469776" cy="1448398"/>
          </a:xfrm>
          <a:custGeom>
            <a:avLst/>
            <a:gdLst/>
            <a:ahLst/>
            <a:cxnLst/>
            <a:rect r="r" b="b" t="t" l="l"/>
            <a:pathLst>
              <a:path h="1448398" w="1469776">
                <a:moveTo>
                  <a:pt x="0" y="0"/>
                </a:moveTo>
                <a:lnTo>
                  <a:pt x="1469776" y="0"/>
                </a:lnTo>
                <a:lnTo>
                  <a:pt x="1469776" y="1448398"/>
                </a:lnTo>
                <a:lnTo>
                  <a:pt x="0" y="144839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72951" y="4825115"/>
            <a:ext cx="1208097" cy="1669481"/>
          </a:xfrm>
          <a:custGeom>
            <a:avLst/>
            <a:gdLst/>
            <a:ahLst/>
            <a:cxnLst/>
            <a:rect r="r" b="b" t="t" l="l"/>
            <a:pathLst>
              <a:path h="1669481" w="1208097">
                <a:moveTo>
                  <a:pt x="0" y="0"/>
                </a:moveTo>
                <a:lnTo>
                  <a:pt x="1208097" y="0"/>
                </a:lnTo>
                <a:lnTo>
                  <a:pt x="1208097" y="1669481"/>
                </a:lnTo>
                <a:lnTo>
                  <a:pt x="0" y="16694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385525" y="7445079"/>
            <a:ext cx="2650950" cy="148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Research Question and Goals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0434" y="1514939"/>
            <a:ext cx="10667133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Overview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70516" y="7197429"/>
            <a:ext cx="2612967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9525" y="7445079"/>
            <a:ext cx="2984709" cy="98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Methods and Results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07525" y="7197429"/>
            <a:ext cx="2984709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Data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6579783" y="1767793"/>
            <a:ext cx="2533190" cy="2609090"/>
          </a:xfrm>
          <a:custGeom>
            <a:avLst/>
            <a:gdLst/>
            <a:ahLst/>
            <a:cxnLst/>
            <a:rect r="r" b="b" t="t" l="l"/>
            <a:pathLst>
              <a:path h="2609090" w="2533190">
                <a:moveTo>
                  <a:pt x="0" y="0"/>
                </a:moveTo>
                <a:lnTo>
                  <a:pt x="2533189" y="0"/>
                </a:lnTo>
                <a:lnTo>
                  <a:pt x="2533189" y="2609091"/>
                </a:lnTo>
                <a:lnTo>
                  <a:pt x="0" y="26090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5400000">
            <a:off x="16164974" y="2708128"/>
            <a:ext cx="829617" cy="820566"/>
          </a:xfrm>
          <a:custGeom>
            <a:avLst/>
            <a:gdLst/>
            <a:ahLst/>
            <a:cxnLst/>
            <a:rect r="r" b="b" t="t" l="l"/>
            <a:pathLst>
              <a:path h="820566" w="829617">
                <a:moveTo>
                  <a:pt x="0" y="0"/>
                </a:moveTo>
                <a:lnTo>
                  <a:pt x="829617" y="0"/>
                </a:lnTo>
                <a:lnTo>
                  <a:pt x="829617" y="820566"/>
                </a:lnTo>
                <a:lnTo>
                  <a:pt x="0" y="820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1845925" y="9269142"/>
            <a:ext cx="1987785" cy="1966101"/>
          </a:xfrm>
          <a:custGeom>
            <a:avLst/>
            <a:gdLst/>
            <a:ahLst/>
            <a:cxnLst/>
            <a:rect r="r" b="b" t="t" l="l"/>
            <a:pathLst>
              <a:path h="1966101" w="1987785">
                <a:moveTo>
                  <a:pt x="0" y="0"/>
                </a:moveTo>
                <a:lnTo>
                  <a:pt x="1987785" y="0"/>
                </a:lnTo>
                <a:lnTo>
                  <a:pt x="1987785" y="1966101"/>
                </a:lnTo>
                <a:lnTo>
                  <a:pt x="0" y="19661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260263" y="9258300"/>
            <a:ext cx="4469372" cy="4603286"/>
          </a:xfrm>
          <a:custGeom>
            <a:avLst/>
            <a:gdLst/>
            <a:ahLst/>
            <a:cxnLst/>
            <a:rect r="r" b="b" t="t" l="l"/>
            <a:pathLst>
              <a:path h="4603286" w="4469372">
                <a:moveTo>
                  <a:pt x="0" y="0"/>
                </a:moveTo>
                <a:lnTo>
                  <a:pt x="4469372" y="0"/>
                </a:lnTo>
                <a:lnTo>
                  <a:pt x="4469372" y="4603286"/>
                </a:lnTo>
                <a:lnTo>
                  <a:pt x="0" y="460328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708838" y="1224277"/>
            <a:ext cx="1577830" cy="7292493"/>
          </a:xfrm>
          <a:custGeom>
            <a:avLst/>
            <a:gdLst/>
            <a:ahLst/>
            <a:cxnLst/>
            <a:rect r="r" b="b" t="t" l="l"/>
            <a:pathLst>
              <a:path h="7292493" w="1577830">
                <a:moveTo>
                  <a:pt x="0" y="0"/>
                </a:moveTo>
                <a:lnTo>
                  <a:pt x="1577831" y="0"/>
                </a:lnTo>
                <a:lnTo>
                  <a:pt x="1577831" y="7292493"/>
                </a:lnTo>
                <a:lnTo>
                  <a:pt x="0" y="7292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4708838" y="4527863"/>
            <a:ext cx="1577830" cy="7292493"/>
          </a:xfrm>
          <a:custGeom>
            <a:avLst/>
            <a:gdLst/>
            <a:ahLst/>
            <a:cxnLst/>
            <a:rect r="r" b="b" t="t" l="l"/>
            <a:pathLst>
              <a:path h="7292493" w="1577830">
                <a:moveTo>
                  <a:pt x="0" y="0"/>
                </a:moveTo>
                <a:lnTo>
                  <a:pt x="1577831" y="0"/>
                </a:lnTo>
                <a:lnTo>
                  <a:pt x="1577831" y="7292493"/>
                </a:lnTo>
                <a:lnTo>
                  <a:pt x="0" y="72924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037293" y="4564268"/>
            <a:ext cx="6920921" cy="3909752"/>
            <a:chOff x="0" y="0"/>
            <a:chExt cx="1822794" cy="10297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2794" cy="1029729"/>
            </a:xfrm>
            <a:custGeom>
              <a:avLst/>
              <a:gdLst/>
              <a:ahLst/>
              <a:cxnLst/>
              <a:rect r="r" b="b" t="t" l="l"/>
              <a:pathLst>
                <a:path h="1029729" w="1822794">
                  <a:moveTo>
                    <a:pt x="57050" y="0"/>
                  </a:moveTo>
                  <a:lnTo>
                    <a:pt x="1765744" y="0"/>
                  </a:lnTo>
                  <a:cubicBezTo>
                    <a:pt x="1797252" y="0"/>
                    <a:pt x="1822794" y="25542"/>
                    <a:pt x="1822794" y="57050"/>
                  </a:cubicBezTo>
                  <a:lnTo>
                    <a:pt x="1822794" y="972679"/>
                  </a:lnTo>
                  <a:cubicBezTo>
                    <a:pt x="1822794" y="1004187"/>
                    <a:pt x="1797252" y="1029729"/>
                    <a:pt x="1765744" y="1029729"/>
                  </a:cubicBezTo>
                  <a:lnTo>
                    <a:pt x="57050" y="1029729"/>
                  </a:lnTo>
                  <a:cubicBezTo>
                    <a:pt x="25542" y="1029729"/>
                    <a:pt x="0" y="1004187"/>
                    <a:pt x="0" y="972679"/>
                  </a:cubicBezTo>
                  <a:lnTo>
                    <a:pt x="0" y="57050"/>
                  </a:lnTo>
                  <a:cubicBezTo>
                    <a:pt x="0" y="25542"/>
                    <a:pt x="25542" y="0"/>
                    <a:pt x="570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22794" cy="106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394136" y="4940732"/>
            <a:ext cx="4207234" cy="1368401"/>
          </a:xfrm>
          <a:custGeom>
            <a:avLst/>
            <a:gdLst/>
            <a:ahLst/>
            <a:cxnLst/>
            <a:rect r="r" b="b" t="t" l="l"/>
            <a:pathLst>
              <a:path h="1368401" w="4207234">
                <a:moveTo>
                  <a:pt x="0" y="0"/>
                </a:moveTo>
                <a:lnTo>
                  <a:pt x="4207234" y="0"/>
                </a:lnTo>
                <a:lnTo>
                  <a:pt x="4207234" y="1368401"/>
                </a:lnTo>
                <a:lnTo>
                  <a:pt x="0" y="13684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2001331" y="1202054"/>
            <a:ext cx="1577830" cy="7292493"/>
          </a:xfrm>
          <a:custGeom>
            <a:avLst/>
            <a:gdLst/>
            <a:ahLst/>
            <a:cxnLst/>
            <a:rect r="r" b="b" t="t" l="l"/>
            <a:pathLst>
              <a:path h="7292493" w="1577830">
                <a:moveTo>
                  <a:pt x="0" y="0"/>
                </a:moveTo>
                <a:lnTo>
                  <a:pt x="1577831" y="0"/>
                </a:lnTo>
                <a:lnTo>
                  <a:pt x="1577831" y="7292494"/>
                </a:lnTo>
                <a:lnTo>
                  <a:pt x="0" y="729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12001331" y="4505640"/>
            <a:ext cx="1577830" cy="7292493"/>
          </a:xfrm>
          <a:custGeom>
            <a:avLst/>
            <a:gdLst/>
            <a:ahLst/>
            <a:cxnLst/>
            <a:rect r="r" b="b" t="t" l="l"/>
            <a:pathLst>
              <a:path h="7292493" w="1577830">
                <a:moveTo>
                  <a:pt x="0" y="0"/>
                </a:moveTo>
                <a:lnTo>
                  <a:pt x="1577831" y="0"/>
                </a:lnTo>
                <a:lnTo>
                  <a:pt x="1577831" y="7292494"/>
                </a:lnTo>
                <a:lnTo>
                  <a:pt x="0" y="7292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329786" y="4542045"/>
            <a:ext cx="6920921" cy="3909752"/>
            <a:chOff x="0" y="0"/>
            <a:chExt cx="1822794" cy="102972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2794" cy="1029729"/>
            </a:xfrm>
            <a:custGeom>
              <a:avLst/>
              <a:gdLst/>
              <a:ahLst/>
              <a:cxnLst/>
              <a:rect r="r" b="b" t="t" l="l"/>
              <a:pathLst>
                <a:path h="1029729" w="1822794">
                  <a:moveTo>
                    <a:pt x="57050" y="0"/>
                  </a:moveTo>
                  <a:lnTo>
                    <a:pt x="1765744" y="0"/>
                  </a:lnTo>
                  <a:cubicBezTo>
                    <a:pt x="1797252" y="0"/>
                    <a:pt x="1822794" y="25542"/>
                    <a:pt x="1822794" y="57050"/>
                  </a:cubicBezTo>
                  <a:lnTo>
                    <a:pt x="1822794" y="972679"/>
                  </a:lnTo>
                  <a:cubicBezTo>
                    <a:pt x="1822794" y="1004187"/>
                    <a:pt x="1797252" y="1029729"/>
                    <a:pt x="1765744" y="1029729"/>
                  </a:cubicBezTo>
                  <a:lnTo>
                    <a:pt x="57050" y="1029729"/>
                  </a:lnTo>
                  <a:cubicBezTo>
                    <a:pt x="25542" y="1029729"/>
                    <a:pt x="0" y="1004187"/>
                    <a:pt x="0" y="972679"/>
                  </a:cubicBezTo>
                  <a:lnTo>
                    <a:pt x="0" y="57050"/>
                  </a:lnTo>
                  <a:cubicBezTo>
                    <a:pt x="0" y="25542"/>
                    <a:pt x="25542" y="0"/>
                    <a:pt x="5705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822794" cy="10678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-115386">
            <a:off x="10790595" y="4728587"/>
            <a:ext cx="4355343" cy="1416574"/>
          </a:xfrm>
          <a:custGeom>
            <a:avLst/>
            <a:gdLst/>
            <a:ahLst/>
            <a:cxnLst/>
            <a:rect r="r" b="b" t="t" l="l"/>
            <a:pathLst>
              <a:path h="1416574" w="4355343">
                <a:moveTo>
                  <a:pt x="0" y="0"/>
                </a:moveTo>
                <a:lnTo>
                  <a:pt x="4355343" y="0"/>
                </a:lnTo>
                <a:lnTo>
                  <a:pt x="4355343" y="1416574"/>
                </a:lnTo>
                <a:lnTo>
                  <a:pt x="0" y="14165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564600">
            <a:off x="14290056" y="7199787"/>
            <a:ext cx="3482031" cy="3482031"/>
          </a:xfrm>
          <a:custGeom>
            <a:avLst/>
            <a:gdLst/>
            <a:ahLst/>
            <a:cxnLst/>
            <a:rect r="r" b="b" t="t" l="l"/>
            <a:pathLst>
              <a:path h="3482031" w="3482031">
                <a:moveTo>
                  <a:pt x="0" y="0"/>
                </a:moveTo>
                <a:lnTo>
                  <a:pt x="3482031" y="0"/>
                </a:lnTo>
                <a:lnTo>
                  <a:pt x="3482031" y="3482031"/>
                </a:lnTo>
                <a:lnTo>
                  <a:pt x="0" y="34820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998308" y="5001016"/>
            <a:ext cx="2998891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Focus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833648" y="6852836"/>
            <a:ext cx="532821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800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Classification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68821" y="4746699"/>
            <a:ext cx="2998891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sz="7200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Goal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26142" y="6404844"/>
            <a:ext cx="5472038" cy="246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Maximize model predictability on new data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1450750">
            <a:off x="-459062" y="687475"/>
            <a:ext cx="2728198" cy="3887329"/>
          </a:xfrm>
          <a:custGeom>
            <a:avLst/>
            <a:gdLst/>
            <a:ahLst/>
            <a:cxnLst/>
            <a:rect r="r" b="b" t="t" l="l"/>
            <a:pathLst>
              <a:path h="3887329" w="2728198">
                <a:moveTo>
                  <a:pt x="0" y="0"/>
                </a:moveTo>
                <a:lnTo>
                  <a:pt x="2728198" y="0"/>
                </a:lnTo>
                <a:lnTo>
                  <a:pt x="2728198" y="3887329"/>
                </a:lnTo>
                <a:lnTo>
                  <a:pt x="0" y="38873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4339872" y="171450"/>
            <a:ext cx="9236684" cy="3395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99"/>
              </a:lnSpc>
            </a:pPr>
            <a:r>
              <a:rPr lang="en-US" sz="8799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What is most significant  factor of heart  disease?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1308448">
            <a:off x="15437698" y="-649539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598179" y="1407861"/>
            <a:ext cx="1432440" cy="1416813"/>
          </a:xfrm>
          <a:custGeom>
            <a:avLst/>
            <a:gdLst/>
            <a:ahLst/>
            <a:cxnLst/>
            <a:rect r="r" b="b" t="t" l="l"/>
            <a:pathLst>
              <a:path h="1416813" w="1432440">
                <a:moveTo>
                  <a:pt x="0" y="0"/>
                </a:moveTo>
                <a:lnTo>
                  <a:pt x="1432440" y="0"/>
                </a:lnTo>
                <a:lnTo>
                  <a:pt x="1432440" y="1416813"/>
                </a:lnTo>
                <a:lnTo>
                  <a:pt x="0" y="141681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1308448">
            <a:off x="-3315360" y="7911663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640084" y="6153016"/>
            <a:ext cx="856366" cy="847024"/>
          </a:xfrm>
          <a:custGeom>
            <a:avLst/>
            <a:gdLst/>
            <a:ahLst/>
            <a:cxnLst/>
            <a:rect r="r" b="b" t="t" l="l"/>
            <a:pathLst>
              <a:path h="847024" w="856366">
                <a:moveTo>
                  <a:pt x="0" y="0"/>
                </a:moveTo>
                <a:lnTo>
                  <a:pt x="856367" y="0"/>
                </a:lnTo>
                <a:lnTo>
                  <a:pt x="856367" y="847024"/>
                </a:lnTo>
                <a:lnTo>
                  <a:pt x="0" y="84702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7715" y="3368448"/>
            <a:ext cx="4934384" cy="1013792"/>
          </a:xfrm>
          <a:custGeom>
            <a:avLst/>
            <a:gdLst/>
            <a:ahLst/>
            <a:cxnLst/>
            <a:rect r="r" b="b" t="t" l="l"/>
            <a:pathLst>
              <a:path h="1013792" w="4934384">
                <a:moveTo>
                  <a:pt x="0" y="0"/>
                </a:moveTo>
                <a:lnTo>
                  <a:pt x="4934384" y="0"/>
                </a:lnTo>
                <a:lnTo>
                  <a:pt x="4934384" y="1013792"/>
                </a:lnTo>
                <a:lnTo>
                  <a:pt x="0" y="101379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1567715" y="4738251"/>
            <a:ext cx="4934384" cy="1013792"/>
          </a:xfrm>
          <a:custGeom>
            <a:avLst/>
            <a:gdLst/>
            <a:ahLst/>
            <a:cxnLst/>
            <a:rect r="r" b="b" t="t" l="l"/>
            <a:pathLst>
              <a:path h="1013792" w="4934384">
                <a:moveTo>
                  <a:pt x="0" y="1013792"/>
                </a:moveTo>
                <a:lnTo>
                  <a:pt x="4934384" y="1013792"/>
                </a:lnTo>
                <a:lnTo>
                  <a:pt x="4934384" y="0"/>
                </a:lnTo>
                <a:lnTo>
                  <a:pt x="0" y="0"/>
                </a:lnTo>
                <a:lnTo>
                  <a:pt x="0" y="10137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7715" y="6108055"/>
            <a:ext cx="4934384" cy="1013792"/>
          </a:xfrm>
          <a:custGeom>
            <a:avLst/>
            <a:gdLst/>
            <a:ahLst/>
            <a:cxnLst/>
            <a:rect r="r" b="b" t="t" l="l"/>
            <a:pathLst>
              <a:path h="1013792" w="4934384">
                <a:moveTo>
                  <a:pt x="0" y="0"/>
                </a:moveTo>
                <a:lnTo>
                  <a:pt x="4934384" y="0"/>
                </a:lnTo>
                <a:lnTo>
                  <a:pt x="4934384" y="1013791"/>
                </a:lnTo>
                <a:lnTo>
                  <a:pt x="0" y="10137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567715" y="7477858"/>
            <a:ext cx="4934384" cy="1013792"/>
          </a:xfrm>
          <a:custGeom>
            <a:avLst/>
            <a:gdLst/>
            <a:ahLst/>
            <a:cxnLst/>
            <a:rect r="r" b="b" t="t" l="l"/>
            <a:pathLst>
              <a:path h="1013792" w="4934384">
                <a:moveTo>
                  <a:pt x="0" y="1013792"/>
                </a:moveTo>
                <a:lnTo>
                  <a:pt x="4934384" y="1013792"/>
                </a:lnTo>
                <a:lnTo>
                  <a:pt x="4934384" y="0"/>
                </a:lnTo>
                <a:lnTo>
                  <a:pt x="0" y="0"/>
                </a:lnTo>
                <a:lnTo>
                  <a:pt x="0" y="101379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2274947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2" y="0"/>
                </a:lnTo>
                <a:lnTo>
                  <a:pt x="1659082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8419635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2" y="0"/>
                </a:lnTo>
                <a:lnTo>
                  <a:pt x="1659082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5400000">
            <a:off x="14354244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1" y="0"/>
                </a:lnTo>
                <a:lnTo>
                  <a:pt x="1659081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1730">
            <a:off x="14223392" y="5274362"/>
            <a:ext cx="3081052" cy="5987911"/>
          </a:xfrm>
          <a:custGeom>
            <a:avLst/>
            <a:gdLst/>
            <a:ahLst/>
            <a:cxnLst/>
            <a:rect r="r" b="b" t="t" l="l"/>
            <a:pathLst>
              <a:path h="5987911" w="3081052">
                <a:moveTo>
                  <a:pt x="0" y="0"/>
                </a:moveTo>
                <a:lnTo>
                  <a:pt x="3081052" y="0"/>
                </a:lnTo>
                <a:lnTo>
                  <a:pt x="3081052" y="5987911"/>
                </a:lnTo>
                <a:lnTo>
                  <a:pt x="0" y="59879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-8648498">
            <a:off x="16167494" y="713539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5700604" y="0"/>
                </a:moveTo>
                <a:lnTo>
                  <a:pt x="0" y="0"/>
                </a:lnTo>
                <a:lnTo>
                  <a:pt x="0" y="4114800"/>
                </a:lnTo>
                <a:lnTo>
                  <a:pt x="5700604" y="4114800"/>
                </a:lnTo>
                <a:lnTo>
                  <a:pt x="570060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53065">
            <a:off x="14790774" y="2274612"/>
            <a:ext cx="2040302" cy="2222111"/>
          </a:xfrm>
          <a:custGeom>
            <a:avLst/>
            <a:gdLst/>
            <a:ahLst/>
            <a:cxnLst/>
            <a:rect r="r" b="b" t="t" l="l"/>
            <a:pathLst>
              <a:path h="2222111" w="2040302">
                <a:moveTo>
                  <a:pt x="0" y="0"/>
                </a:moveTo>
                <a:lnTo>
                  <a:pt x="2040302" y="0"/>
                </a:lnTo>
                <a:lnTo>
                  <a:pt x="2040302" y="2222111"/>
                </a:lnTo>
                <a:lnTo>
                  <a:pt x="0" y="222211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567715" y="1478455"/>
            <a:ext cx="12775868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Data and EDA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54725" y="3486089"/>
            <a:ext cx="699562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 dichotomous response variable: whether someone has heart disease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78420" y="3596579"/>
            <a:ext cx="331297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Response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54725" y="5051155"/>
            <a:ext cx="6995620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Based on genetics and lifestyles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8420" y="4966382"/>
            <a:ext cx="331297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20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54725" y="6420958"/>
            <a:ext cx="6995620" cy="407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None needed, no pattern in RQR Plot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78420" y="6336186"/>
            <a:ext cx="3312974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Transformations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54725" y="7663431"/>
            <a:ext cx="699562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400" b="true">
                <a:solidFill>
                  <a:srgbClr val="414370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10,000 observations to 9,500 observations, making training and testing sets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6754" y="7705989"/>
            <a:ext cx="457630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Manipulation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-561448" y="5401994"/>
            <a:ext cx="1427696" cy="1412121"/>
          </a:xfrm>
          <a:custGeom>
            <a:avLst/>
            <a:gdLst/>
            <a:ahLst/>
            <a:cxnLst/>
            <a:rect r="r" b="b" t="t" l="l"/>
            <a:pathLst>
              <a:path h="1412121" w="1427696">
                <a:moveTo>
                  <a:pt x="0" y="0"/>
                </a:moveTo>
                <a:lnTo>
                  <a:pt x="1427696" y="0"/>
                </a:lnTo>
                <a:lnTo>
                  <a:pt x="1427696" y="1412121"/>
                </a:lnTo>
                <a:lnTo>
                  <a:pt x="0" y="141212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784789" y="1028700"/>
            <a:ext cx="797991" cy="789286"/>
          </a:xfrm>
          <a:custGeom>
            <a:avLst/>
            <a:gdLst/>
            <a:ahLst/>
            <a:cxnLst/>
            <a:rect r="r" b="b" t="t" l="l"/>
            <a:pathLst>
              <a:path h="789286" w="797991">
                <a:moveTo>
                  <a:pt x="0" y="0"/>
                </a:moveTo>
                <a:lnTo>
                  <a:pt x="797991" y="0"/>
                </a:lnTo>
                <a:lnTo>
                  <a:pt x="797991" y="789286"/>
                </a:lnTo>
                <a:lnTo>
                  <a:pt x="0" y="789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274947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2" y="0"/>
                </a:lnTo>
                <a:lnTo>
                  <a:pt x="1659082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19635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2" y="0"/>
                </a:lnTo>
                <a:lnTo>
                  <a:pt x="1659082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354244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1" y="0"/>
                </a:lnTo>
                <a:lnTo>
                  <a:pt x="1659081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21730">
            <a:off x="14223392" y="5274362"/>
            <a:ext cx="3081052" cy="5987911"/>
          </a:xfrm>
          <a:custGeom>
            <a:avLst/>
            <a:gdLst/>
            <a:ahLst/>
            <a:cxnLst/>
            <a:rect r="r" b="b" t="t" l="l"/>
            <a:pathLst>
              <a:path h="5987911" w="3081052">
                <a:moveTo>
                  <a:pt x="0" y="0"/>
                </a:moveTo>
                <a:lnTo>
                  <a:pt x="3081052" y="0"/>
                </a:lnTo>
                <a:lnTo>
                  <a:pt x="3081052" y="5987911"/>
                </a:lnTo>
                <a:lnTo>
                  <a:pt x="0" y="5987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8648498">
            <a:off x="16167494" y="713539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5700604" y="0"/>
                </a:moveTo>
                <a:lnTo>
                  <a:pt x="0" y="0"/>
                </a:lnTo>
                <a:lnTo>
                  <a:pt x="0" y="4114800"/>
                </a:lnTo>
                <a:lnTo>
                  <a:pt x="5700604" y="4114800"/>
                </a:lnTo>
                <a:lnTo>
                  <a:pt x="570060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653065">
            <a:off x="14790774" y="2274612"/>
            <a:ext cx="2040302" cy="2222111"/>
          </a:xfrm>
          <a:custGeom>
            <a:avLst/>
            <a:gdLst/>
            <a:ahLst/>
            <a:cxnLst/>
            <a:rect r="r" b="b" t="t" l="l"/>
            <a:pathLst>
              <a:path h="2222111" w="2040302">
                <a:moveTo>
                  <a:pt x="0" y="0"/>
                </a:moveTo>
                <a:lnTo>
                  <a:pt x="2040302" y="0"/>
                </a:lnTo>
                <a:lnTo>
                  <a:pt x="2040302" y="2222111"/>
                </a:lnTo>
                <a:lnTo>
                  <a:pt x="0" y="22221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61448" y="5401994"/>
            <a:ext cx="1427696" cy="1412121"/>
          </a:xfrm>
          <a:custGeom>
            <a:avLst/>
            <a:gdLst/>
            <a:ahLst/>
            <a:cxnLst/>
            <a:rect r="r" b="b" t="t" l="l"/>
            <a:pathLst>
              <a:path h="1412121" w="1427696">
                <a:moveTo>
                  <a:pt x="0" y="0"/>
                </a:moveTo>
                <a:lnTo>
                  <a:pt x="1427696" y="0"/>
                </a:lnTo>
                <a:lnTo>
                  <a:pt x="1427696" y="1412121"/>
                </a:lnTo>
                <a:lnTo>
                  <a:pt x="0" y="14121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784789" y="1028700"/>
            <a:ext cx="797991" cy="789286"/>
          </a:xfrm>
          <a:custGeom>
            <a:avLst/>
            <a:gdLst/>
            <a:ahLst/>
            <a:cxnLst/>
            <a:rect r="r" b="b" t="t" l="l"/>
            <a:pathLst>
              <a:path h="789286" w="797991">
                <a:moveTo>
                  <a:pt x="0" y="0"/>
                </a:moveTo>
                <a:lnTo>
                  <a:pt x="797991" y="0"/>
                </a:lnTo>
                <a:lnTo>
                  <a:pt x="797991" y="789286"/>
                </a:lnTo>
                <a:lnTo>
                  <a:pt x="0" y="7892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7715" y="2508838"/>
            <a:ext cx="11712114" cy="6668211"/>
          </a:xfrm>
          <a:custGeom>
            <a:avLst/>
            <a:gdLst/>
            <a:ahLst/>
            <a:cxnLst/>
            <a:rect r="r" b="b" t="t" l="l"/>
            <a:pathLst>
              <a:path h="6668211" w="11712114">
                <a:moveTo>
                  <a:pt x="0" y="0"/>
                </a:moveTo>
                <a:lnTo>
                  <a:pt x="11712114" y="0"/>
                </a:lnTo>
                <a:lnTo>
                  <a:pt x="11712114" y="6668211"/>
                </a:lnTo>
                <a:lnTo>
                  <a:pt x="0" y="666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567715" y="1478455"/>
            <a:ext cx="12775868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8799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Methods and Results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45260" y="4236166"/>
            <a:ext cx="1890520" cy="1869897"/>
          </a:xfrm>
          <a:custGeom>
            <a:avLst/>
            <a:gdLst/>
            <a:ahLst/>
            <a:cxnLst/>
            <a:rect r="r" b="b" t="t" l="l"/>
            <a:pathLst>
              <a:path h="1869897" w="1890520">
                <a:moveTo>
                  <a:pt x="0" y="0"/>
                </a:moveTo>
                <a:lnTo>
                  <a:pt x="1890520" y="0"/>
                </a:lnTo>
                <a:lnTo>
                  <a:pt x="1890520" y="1869897"/>
                </a:lnTo>
                <a:lnTo>
                  <a:pt x="0" y="18698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25005">
            <a:off x="12595879" y="3520219"/>
            <a:ext cx="3470302" cy="4250927"/>
          </a:xfrm>
          <a:custGeom>
            <a:avLst/>
            <a:gdLst/>
            <a:ahLst/>
            <a:cxnLst/>
            <a:rect r="r" b="b" t="t" l="l"/>
            <a:pathLst>
              <a:path h="4250927" w="3470302">
                <a:moveTo>
                  <a:pt x="0" y="0"/>
                </a:moveTo>
                <a:lnTo>
                  <a:pt x="3470303" y="0"/>
                </a:lnTo>
                <a:lnTo>
                  <a:pt x="3470303" y="4250928"/>
                </a:lnTo>
                <a:lnTo>
                  <a:pt x="0" y="42509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705371">
            <a:off x="14487308" y="6845156"/>
            <a:ext cx="2556542" cy="2570563"/>
          </a:xfrm>
          <a:custGeom>
            <a:avLst/>
            <a:gdLst/>
            <a:ahLst/>
            <a:cxnLst/>
            <a:rect r="r" b="b" t="t" l="l"/>
            <a:pathLst>
              <a:path h="2570563" w="2556542">
                <a:moveTo>
                  <a:pt x="0" y="0"/>
                </a:moveTo>
                <a:lnTo>
                  <a:pt x="2556542" y="0"/>
                </a:lnTo>
                <a:lnTo>
                  <a:pt x="2556542" y="2570563"/>
                </a:lnTo>
                <a:lnTo>
                  <a:pt x="0" y="25705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37312" y="3512871"/>
            <a:ext cx="11423267" cy="3098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00"/>
              </a:lnSpc>
            </a:pPr>
            <a:r>
              <a:rPr lang="en-US" sz="8000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The most significant risk factor of heart disease is BMI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715832" y="5404160"/>
            <a:ext cx="910987" cy="901049"/>
          </a:xfrm>
          <a:custGeom>
            <a:avLst/>
            <a:gdLst/>
            <a:ahLst/>
            <a:cxnLst/>
            <a:rect r="r" b="b" t="t" l="l"/>
            <a:pathLst>
              <a:path h="901049" w="910987">
                <a:moveTo>
                  <a:pt x="0" y="0"/>
                </a:moveTo>
                <a:lnTo>
                  <a:pt x="910987" y="0"/>
                </a:lnTo>
                <a:lnTo>
                  <a:pt x="910987" y="901049"/>
                </a:lnTo>
                <a:lnTo>
                  <a:pt x="0" y="9010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146079">
            <a:off x="15938880" y="-1981486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8287664">
            <a:off x="10763701" y="9223350"/>
            <a:ext cx="3376533" cy="3477703"/>
          </a:xfrm>
          <a:custGeom>
            <a:avLst/>
            <a:gdLst/>
            <a:ahLst/>
            <a:cxnLst/>
            <a:rect r="r" b="b" t="t" l="l"/>
            <a:pathLst>
              <a:path h="3477703" w="3376533">
                <a:moveTo>
                  <a:pt x="0" y="0"/>
                </a:moveTo>
                <a:lnTo>
                  <a:pt x="3376533" y="0"/>
                </a:lnTo>
                <a:lnTo>
                  <a:pt x="3376533" y="3477703"/>
                </a:lnTo>
                <a:lnTo>
                  <a:pt x="0" y="34777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5E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2274947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2" y="0"/>
                </a:lnTo>
                <a:lnTo>
                  <a:pt x="1659082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8419635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2" y="0"/>
                </a:lnTo>
                <a:lnTo>
                  <a:pt x="1659082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4354244" y="6172578"/>
            <a:ext cx="1659081" cy="7668024"/>
          </a:xfrm>
          <a:custGeom>
            <a:avLst/>
            <a:gdLst/>
            <a:ahLst/>
            <a:cxnLst/>
            <a:rect r="r" b="b" t="t" l="l"/>
            <a:pathLst>
              <a:path h="7668024" w="1659081">
                <a:moveTo>
                  <a:pt x="0" y="0"/>
                </a:moveTo>
                <a:lnTo>
                  <a:pt x="1659081" y="0"/>
                </a:lnTo>
                <a:lnTo>
                  <a:pt x="1659081" y="7668023"/>
                </a:lnTo>
                <a:lnTo>
                  <a:pt x="0" y="76680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803761">
            <a:off x="13050731" y="7049575"/>
            <a:ext cx="3875377" cy="5396094"/>
          </a:xfrm>
          <a:custGeom>
            <a:avLst/>
            <a:gdLst/>
            <a:ahLst/>
            <a:cxnLst/>
            <a:rect r="r" b="b" t="t" l="l"/>
            <a:pathLst>
              <a:path h="5396094" w="3875377">
                <a:moveTo>
                  <a:pt x="0" y="0"/>
                </a:moveTo>
                <a:lnTo>
                  <a:pt x="3875376" y="0"/>
                </a:lnTo>
                <a:lnTo>
                  <a:pt x="3875376" y="5396094"/>
                </a:lnTo>
                <a:lnTo>
                  <a:pt x="0" y="5396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470516">
            <a:off x="-3161588" y="1636176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4" y="0"/>
                </a:lnTo>
                <a:lnTo>
                  <a:pt x="570060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70882">
            <a:off x="927777" y="998222"/>
            <a:ext cx="3223350" cy="3748081"/>
          </a:xfrm>
          <a:custGeom>
            <a:avLst/>
            <a:gdLst/>
            <a:ahLst/>
            <a:cxnLst/>
            <a:rect r="r" b="b" t="t" l="l"/>
            <a:pathLst>
              <a:path h="3748081" w="3223350">
                <a:moveTo>
                  <a:pt x="0" y="0"/>
                </a:moveTo>
                <a:lnTo>
                  <a:pt x="3223350" y="0"/>
                </a:lnTo>
                <a:lnTo>
                  <a:pt x="3223350" y="3748081"/>
                </a:lnTo>
                <a:lnTo>
                  <a:pt x="0" y="3748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146079">
            <a:off x="15635643" y="-249269"/>
            <a:ext cx="5700605" cy="4114800"/>
          </a:xfrm>
          <a:custGeom>
            <a:avLst/>
            <a:gdLst/>
            <a:ahLst/>
            <a:cxnLst/>
            <a:rect r="r" b="b" t="t" l="l"/>
            <a:pathLst>
              <a:path h="4114800" w="5700605">
                <a:moveTo>
                  <a:pt x="0" y="0"/>
                </a:moveTo>
                <a:lnTo>
                  <a:pt x="5700605" y="0"/>
                </a:lnTo>
                <a:lnTo>
                  <a:pt x="570060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49561">
            <a:off x="3294201" y="6676103"/>
            <a:ext cx="2183616" cy="1993046"/>
          </a:xfrm>
          <a:custGeom>
            <a:avLst/>
            <a:gdLst/>
            <a:ahLst/>
            <a:cxnLst/>
            <a:rect r="r" b="b" t="t" l="l"/>
            <a:pathLst>
              <a:path h="1993046" w="2183616">
                <a:moveTo>
                  <a:pt x="0" y="0"/>
                </a:moveTo>
                <a:lnTo>
                  <a:pt x="2183615" y="0"/>
                </a:lnTo>
                <a:lnTo>
                  <a:pt x="2183615" y="1993045"/>
                </a:lnTo>
                <a:lnTo>
                  <a:pt x="0" y="19930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968923">
            <a:off x="1161669" y="7367422"/>
            <a:ext cx="1128575" cy="1116264"/>
          </a:xfrm>
          <a:custGeom>
            <a:avLst/>
            <a:gdLst/>
            <a:ahLst/>
            <a:cxnLst/>
            <a:rect r="r" b="b" t="t" l="l"/>
            <a:pathLst>
              <a:path h="1116264" w="1128575">
                <a:moveTo>
                  <a:pt x="0" y="0"/>
                </a:moveTo>
                <a:lnTo>
                  <a:pt x="1128575" y="0"/>
                </a:lnTo>
                <a:lnTo>
                  <a:pt x="1128575" y="1116264"/>
                </a:lnTo>
                <a:lnTo>
                  <a:pt x="0" y="11162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421283">
            <a:off x="15389582" y="2551511"/>
            <a:ext cx="1769388" cy="1750085"/>
          </a:xfrm>
          <a:custGeom>
            <a:avLst/>
            <a:gdLst/>
            <a:ahLst/>
            <a:cxnLst/>
            <a:rect r="r" b="b" t="t" l="l"/>
            <a:pathLst>
              <a:path h="1750085" w="1769388">
                <a:moveTo>
                  <a:pt x="0" y="0"/>
                </a:moveTo>
                <a:lnTo>
                  <a:pt x="1769388" y="0"/>
                </a:lnTo>
                <a:lnTo>
                  <a:pt x="1769388" y="1750085"/>
                </a:lnTo>
                <a:lnTo>
                  <a:pt x="0" y="175008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055011" y="4125913"/>
            <a:ext cx="10177979" cy="213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99"/>
              </a:lnSpc>
            </a:pPr>
            <a:r>
              <a:rPr lang="en-US" sz="15999">
                <a:solidFill>
                  <a:srgbClr val="414370"/>
                </a:solidFill>
                <a:latin typeface="Lilita One"/>
                <a:ea typeface="Lilita One"/>
                <a:cs typeface="Lilita One"/>
                <a:sym typeface="Lilita One"/>
              </a:rPr>
              <a:t>Thank You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402374">
            <a:off x="12682190" y="1424786"/>
            <a:ext cx="1610716" cy="1754246"/>
          </a:xfrm>
          <a:custGeom>
            <a:avLst/>
            <a:gdLst/>
            <a:ahLst/>
            <a:cxnLst/>
            <a:rect r="r" b="b" t="t" l="l"/>
            <a:pathLst>
              <a:path h="1754246" w="1610716">
                <a:moveTo>
                  <a:pt x="0" y="0"/>
                </a:moveTo>
                <a:lnTo>
                  <a:pt x="1610716" y="0"/>
                </a:lnTo>
                <a:lnTo>
                  <a:pt x="1610716" y="1754245"/>
                </a:lnTo>
                <a:lnTo>
                  <a:pt x="0" y="17542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DAGl-dnec48</dc:identifier>
  <dcterms:modified xsi:type="dcterms:W3CDTF">2011-08-01T06:04:30Z</dcterms:modified>
  <cp:revision>1</cp:revision>
  <dc:title>Risk of Heart Disease</dc:title>
</cp:coreProperties>
</file>